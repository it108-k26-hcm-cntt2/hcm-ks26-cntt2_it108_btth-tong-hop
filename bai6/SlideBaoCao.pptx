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/>
              <a:t>Tình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Tháng</a:t>
            </a:r>
            <a:r>
              <a:rPr dirty="0"/>
              <a:t> 10: 75%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, </a:t>
            </a:r>
            <a:r>
              <a:rPr dirty="0" err="1"/>
              <a:t>Phát</a:t>
            </a:r>
            <a:r>
              <a:rPr dirty="0"/>
              <a:t> Sinh 1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12064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rPr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: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phiếu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: 4 </a:t>
            </a:r>
            <a:r>
              <a:rPr dirty="0" err="1"/>
              <a:t>phiếu</a:t>
            </a:r>
            <a:r>
              <a:rPr dirty="0"/>
              <a:t> (</a:t>
            </a:r>
            <a:r>
              <a:rPr dirty="0" err="1"/>
              <a:t>tháng</a:t>
            </a:r>
            <a:r>
              <a:rPr dirty="0"/>
              <a:t> 10/2026).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: 2 </a:t>
            </a:r>
            <a:r>
              <a:rPr dirty="0" err="1"/>
              <a:t>Đang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, 1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, 1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khắc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3 </a:t>
            </a:r>
            <a:r>
              <a:rPr dirty="0" err="1"/>
              <a:t>lỗi</a:t>
            </a:r>
            <a:r>
              <a:rPr dirty="0"/>
              <a:t> vi </a:t>
            </a:r>
            <a:r>
              <a:rPr dirty="0" err="1"/>
              <a:t>phạm</a:t>
            </a:r>
            <a:r>
              <a:rPr dirty="0"/>
              <a:t> 5 Quy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Vàng</a:t>
            </a:r>
            <a:r>
              <a:rPr dirty="0"/>
              <a:t> Database (</a:t>
            </a:r>
            <a:r>
              <a:rPr dirty="0" err="1"/>
              <a:t>bỏ</a:t>
            </a:r>
            <a:r>
              <a:rPr dirty="0"/>
              <a:t> merge cell A1:E1,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trống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5,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dòng</a:t>
            </a:r>
            <a:r>
              <a:rPr dirty="0"/>
              <a:t>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cộng</a:t>
            </a:r>
            <a:r>
              <a:rPr dirty="0"/>
              <a:t> </a:t>
            </a:r>
            <a:r>
              <a:rPr dirty="0" err="1"/>
              <a:t>Hàng</a:t>
            </a:r>
            <a:r>
              <a:rPr dirty="0"/>
              <a:t> 6).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Bật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lọc</a:t>
            </a:r>
            <a:r>
              <a:rPr dirty="0"/>
              <a:t> AutoFilter (</a:t>
            </a:r>
            <a:r>
              <a:rPr dirty="0" err="1"/>
              <a:t>Ctrl+Shift+L</a:t>
            </a:r>
            <a:r>
              <a:rPr dirty="0"/>
              <a:t>)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hạn</a:t>
            </a:r>
            <a:r>
              <a:rPr dirty="0"/>
              <a:t> (SV002 - </a:t>
            </a:r>
            <a:r>
              <a:rPr dirty="0" err="1"/>
              <a:t>Trần</a:t>
            </a:r>
            <a:r>
              <a:rPr dirty="0"/>
              <a:t> Thị Bình).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011680"/>
            <a:ext cx="51206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rPr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VLOOKUP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: </a:t>
            </a:r>
            <a:endParaRPr dirty="0"/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VLOOKUP: Tra </a:t>
            </a:r>
            <a:r>
              <a:rPr dirty="0" err="1"/>
              <a:t>cứu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sheet </a:t>
            </a:r>
            <a:r>
              <a:rPr dirty="0" err="1"/>
              <a:t>DanhMucSach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#N/A </a:t>
            </a:r>
            <a:r>
              <a:rPr dirty="0" err="1"/>
              <a:t>mã</a:t>
            </a:r>
            <a:r>
              <a:rPr dirty="0"/>
              <a:t> S099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hàm</a:t>
            </a:r>
            <a:r>
              <a:rPr dirty="0"/>
              <a:t> IFERROR: =IFERROR(VLOOKUP(C3, </a:t>
            </a:r>
            <a:r>
              <a:rPr dirty="0" err="1"/>
              <a:t>DanhMucSach</a:t>
            </a:r>
            <a:r>
              <a:rPr dirty="0"/>
              <a:t>!$A$2:$C$4, 2, FALSE), "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").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minh</a:t>
            </a:r>
            <a:r>
              <a:rPr dirty="0"/>
              <a:t> </a:t>
            </a:r>
            <a:r>
              <a:rPr dirty="0" err="1"/>
              <a:t>họa</a:t>
            </a:r>
            <a:r>
              <a:rPr dirty="0"/>
              <a:t>: </a:t>
            </a:r>
            <a:r>
              <a:rPr dirty="0" err="1"/>
              <a:t>Biểu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cột</a:t>
            </a:r>
            <a:r>
              <a:rPr dirty="0"/>
              <a:t>/</a:t>
            </a:r>
            <a:r>
              <a:rPr dirty="0" err="1"/>
              <a:t>tròn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mượn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rPr lang="en-US" dirty="0"/>
              <a:t>-</a:t>
            </a:r>
            <a:r>
              <a:t>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Rule 10/20/30: Slide 1/10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,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 </a:t>
            </a:r>
            <a:r>
              <a:rPr dirty="0" err="1"/>
              <a:t>dự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2 </a:t>
            </a:r>
            <a:r>
              <a:rPr dirty="0" err="1"/>
              <a:t>phút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Sinh viên thực hiện: Lê Gia Bảo | Lớp: D26TXCN02-N | Đồ án Hệ thống Quản lý Thư viện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Harper Waston</cp:lastModifiedBy>
  <cp:revision>3</cp:revision>
  <dcterms:created xsi:type="dcterms:W3CDTF">2013-01-27T09:14:16Z</dcterms:created>
  <dcterms:modified xsi:type="dcterms:W3CDTF">2026-10-21T10:15:03Z</dcterms:modified>
  <cp:category/>
</cp:coreProperties>
</file>